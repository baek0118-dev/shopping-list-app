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 기술 트랜드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09728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508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멀티모달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텍스트·이미지·음성·영상을 통합 처리하는 AI 모델 확산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777240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508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9718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에지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없이 기기에서 직접 AI 실행하는 기술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7772400" cy="91440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508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0233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추론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문제를 단계별로 해결하는 고도의 사고형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777240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508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50749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AI 보안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개인정보보호와 모델 방어 기술 강화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035040"/>
            <a:ext cx="7772400" cy="9144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61264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AI 효율화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적은 비용과 자원으로 고성능 달성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7863840"/>
            <a:ext cx="77724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7955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핵심: AI는 더 스마트하고, 더 빠르고, 더 안전하게 진화하고 있습니다.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2026-05-04T14:16:59Z</dcterms:created>
  <dcterms:modified xsi:type="dcterms:W3CDTF">2026-05-04T14:16:59Z</dcterms:modified>
</cp:coreProperties>
</file>